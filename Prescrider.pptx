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0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88" d="100"/>
          <a:sy n="88" d="100"/>
        </p:scale>
        <p:origin x="932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CFF21-8897-94B9-8532-F17E1E77C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DFC8E-07D0-CF82-C1D6-DD92301059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C8977-12E7-0DBC-A630-048FCA556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5544-3272-459C-8B5C-B5598C272BF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347EA-BD18-6A72-E4F1-92B573801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00BE1-67E0-7680-7869-A4BB3AB2F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CA8D9-3184-49B0-8CB2-29B88310C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264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C2B06-A314-A7C3-950C-F1C5EDB5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C5C4F-E81C-8A40-AF42-DC34E998E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6DFB2-19F9-996B-AFA6-0CB9EE95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5544-3272-459C-8B5C-B5598C272BF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4BAE8-55F0-FE74-BBAA-D19ABE35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FA7A0-CE93-6AB2-3E00-256770F4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CA8D9-3184-49B0-8CB2-29B88310C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8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59C8C-72C7-2A57-3859-DC6B249F8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85D71-74E3-1D8F-8FFB-ED8A08B59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70902-96AE-BD1E-2B9A-0A67B2700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5544-3272-459C-8B5C-B5598C272BF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6A541-420B-E9E0-2136-EC86253EE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BA741-AF6C-B9C8-8B91-23030F2D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CA8D9-3184-49B0-8CB2-29B88310C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38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53B1-C90A-6C08-DC15-F9693F1F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A3E0A-7DD4-6DBE-7F92-122A1C41A3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ED4AC-CEFE-1550-CDC3-1C3A5BC0C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E34FD-A2FE-5015-0EDE-B83CF5D86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5544-3272-459C-8B5C-B5598C272BF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154EC-C176-4D75-CF21-F08AB6432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5213D-04D2-2911-FED0-3BFC593B7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CA8D9-3184-49B0-8CB2-29B88310C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27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EC45F-24C7-B91A-667D-65FFE3B9B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A2EB2-9292-29D8-48A4-C3B9D55CF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1122F-A65B-7B90-5AE7-9DA63094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338565-108B-5996-5054-3EA48904A2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93DC61-D5DE-0719-CA8D-7E67E477A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09930B-5E2F-BF41-F980-3733B7D82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5544-3272-459C-8B5C-B5598C272BF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1D2044-EEBF-F64C-831C-24DA33E99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5ECAAE-6D7A-B21D-185B-511AAE22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CA8D9-3184-49B0-8CB2-29B88310C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55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1572-601C-2FE1-8BF8-AB4AC903F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BD4CA0-46FF-B68C-9EDA-FAEB5107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5544-3272-459C-8B5C-B5598C272BF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6ECBC-52F9-3DDD-AB98-3C72CC2F8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713121-7555-41E3-D422-2FB0BA6FC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CA8D9-3184-49B0-8CB2-29B88310C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4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5E95CA-7E0F-5F78-7E0C-B1051FC75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5544-3272-459C-8B5C-B5598C272BF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7664CB-3F14-9722-C9BD-493C2C53A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CCAE2-EB82-8B12-85CD-81FC0B88E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CA8D9-3184-49B0-8CB2-29B88310C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85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BE5FA-376F-ECDB-0D5F-A92A5AA22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313F7-B790-F082-4AC5-E3D7B068C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4BD07-8B4F-8366-F24F-751BA9054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4E58E-EEFC-A53D-E089-C89C87D6C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5544-3272-459C-8B5C-B5598C272BF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D7CC0-0C73-EA11-7F60-ED4E0EEBD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65EB7-5760-1333-DC8A-FEEE15FC6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CA8D9-3184-49B0-8CB2-29B88310C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43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E771B-D6A4-7A67-771E-79BAC7999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45A8F9-3EA1-702A-1B9F-7C9E9B374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793610-C382-1BAB-847A-3122D5EDF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20A08-80B2-D143-6B3E-76119D472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5544-3272-459C-8B5C-B5598C272BF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13CEA-2590-FBAA-A57A-067299712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992A3-C049-FF51-821C-15D68C8D3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CA8D9-3184-49B0-8CB2-29B88310C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017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471D7-26D4-ED50-2B42-6D787E7E0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F53D85-D107-6E38-5AEC-F8A275862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76581-072A-7E99-DD22-C32324F5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5544-3272-459C-8B5C-B5598C272BF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17DF9-E340-244E-9460-CF89AE61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00E1C-0BEB-019C-7D8F-B20AEC9F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CA8D9-3184-49B0-8CB2-29B88310C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31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92894D-B146-2980-BBB7-D22B44F8B0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AAB26-5111-3083-B0C4-2366BC78E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F4960-AEC0-CB39-200D-4DE66B5D9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5544-3272-459C-8B5C-B5598C272BF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DC2E2-37D9-8EFD-6D5E-47CF6CBE4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690F5-EB6D-2F9E-A3EE-91594866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CA8D9-3184-49B0-8CB2-29B88310C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216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0942A4-2B4D-E458-28AA-61159C759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4C739-E30F-BEBE-E01F-595A5CB27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C2A35-3793-66A3-CE3C-7E5F00F035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85544-3272-459C-8B5C-B5598C272BF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0B525-058F-DFEA-6202-6F867454D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1FA10-4626-8320-B15D-33760A757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CA8D9-3184-49B0-8CB2-29B88310C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44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B70B9-C914-B13F-D14E-DFABD00DE8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F4DE25-F77B-2756-DC58-9210F7F8E6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69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41561-9E29-5F91-53B1-51DA25C16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Deaths Over Time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B5B3C-1324-386B-83DB-97A83149D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The rate at which overdose deaths  increasing is slowing down</a:t>
            </a:r>
          </a:p>
          <a:p>
            <a:r>
              <a:rPr lang="en-US" sz="2200" dirty="0"/>
              <a:t>The increase might be due to population growth</a:t>
            </a:r>
          </a:p>
        </p:txBody>
      </p:sp>
      <p:pic>
        <p:nvPicPr>
          <p:cNvPr id="6" name="Content Placeholder 5" descr="A graph with a line&#10;&#10;AI-generated content may be incorrect.">
            <a:extLst>
              <a:ext uri="{FF2B5EF4-FFF2-40B4-BE49-F238E27FC236}">
                <a16:creationId xmlns:a16="http://schemas.microsoft.com/office/drawing/2014/main" id="{5EF31001-8C0C-C463-4816-B601F671207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736548"/>
            <a:ext cx="6903720" cy="538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983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A4085D-CF78-4B74-A1C5-6EE9C3F8E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4800"/>
              <a:t>Deaths Over Time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EE5AB57-5C97-3F4D-DF10-7F5DFBA04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2200" dirty="0"/>
              <a:t>Davidson and Knox have major increases in overdose deaths possible due to the population</a:t>
            </a:r>
          </a:p>
          <a:p>
            <a:r>
              <a:rPr lang="en-US" sz="2200" dirty="0"/>
              <a:t>Shelby however seem to buck that trend with downward trend in overdose deaths</a:t>
            </a:r>
          </a:p>
        </p:txBody>
      </p:sp>
      <p:pic>
        <p:nvPicPr>
          <p:cNvPr id="5" name="Content Placeholder 4" descr="A map of the state of montana&#10;&#10;AI-generated content may be incorrect.">
            <a:extLst>
              <a:ext uri="{FF2B5EF4-FFF2-40B4-BE49-F238E27FC236}">
                <a16:creationId xmlns:a16="http://schemas.microsoft.com/office/drawing/2014/main" id="{74A46509-EE8C-B49D-7F52-8726A9822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2701157"/>
            <a:ext cx="10917936" cy="313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564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B6E582-B546-D7AC-3206-374F982EF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700"/>
              <a:t>Unemployment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EBCC0F4-199F-6FCD-83B1-0E7AC97AB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2200" dirty="0"/>
              <a:t>The unemployment rate has been going down but the number of deaths has not</a:t>
            </a:r>
          </a:p>
        </p:txBody>
      </p:sp>
      <p:pic>
        <p:nvPicPr>
          <p:cNvPr id="9" name="Content Placeholder 8" descr="A graph of a number of dots&#10;&#10;AI-generated content may be incorrect.">
            <a:extLst>
              <a:ext uri="{FF2B5EF4-FFF2-40B4-BE49-F238E27FC236}">
                <a16:creationId xmlns:a16="http://schemas.microsoft.com/office/drawing/2014/main" id="{AE8E519D-67A7-E9C1-831D-FFA9C724D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3001400"/>
            <a:ext cx="10917936" cy="253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852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1A9EB2-A3F6-7F13-E8BF-0E2B8B69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Unemployment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E7C73-12AB-CBF9-82EC-90B65C3A6A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Unemployment does not impact the cost of </a:t>
            </a:r>
            <a:r>
              <a:rPr lang="en-US" sz="2400"/>
              <a:t>Opiods</a:t>
            </a:r>
            <a:endParaRPr lang="en-US" sz="2200"/>
          </a:p>
        </p:txBody>
      </p:sp>
      <p:pic>
        <p:nvPicPr>
          <p:cNvPr id="6" name="Content Placeholder 5" descr="A graph showing the cost of unemployment&#10;&#10;AI-generated content may be incorrect.">
            <a:extLst>
              <a:ext uri="{FF2B5EF4-FFF2-40B4-BE49-F238E27FC236}">
                <a16:creationId xmlns:a16="http://schemas.microsoft.com/office/drawing/2014/main" id="{90F493B1-5FB2-054A-4F38-E104246D6E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202548"/>
            <a:ext cx="6903720" cy="445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168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75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Deaths Over Time</vt:lpstr>
      <vt:lpstr>Deaths Over Time</vt:lpstr>
      <vt:lpstr>Unemployment</vt:lpstr>
      <vt:lpstr>Unemployment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Sanders</dc:creator>
  <cp:lastModifiedBy>Eric Sanders</cp:lastModifiedBy>
  <cp:revision>1</cp:revision>
  <dcterms:created xsi:type="dcterms:W3CDTF">2025-11-19T15:49:53Z</dcterms:created>
  <dcterms:modified xsi:type="dcterms:W3CDTF">2025-11-19T16:45:25Z</dcterms:modified>
</cp:coreProperties>
</file>